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67" r:id="rId3"/>
    <p:sldId id="257" r:id="rId4"/>
    <p:sldId id="260" r:id="rId5"/>
    <p:sldId id="268" r:id="rId6"/>
    <p:sldId id="269" r:id="rId7"/>
    <p:sldId id="270" r:id="rId8"/>
    <p:sldId id="266" r:id="rId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6" roundtripDataSignature="AMtx7mjSRRlCFA/cW3kQ7Z8qFsYPlG0gd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customschemas.google.com/relationships/presentationmetadata" Target="meta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2" name="Google Shape;82;p1:notes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30 June 2023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:notes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1-59</a:t>
            </a:r>
            <a:endParaRPr/>
          </a:p>
        </p:txBody>
      </p:sp>
      <p:sp>
        <p:nvSpPr>
          <p:cNvPr id="84" name="Google Shape;8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7388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3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7388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3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7388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3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587416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0" name="Google Shape;150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4"/>
          <p:cNvSpPr txBox="1"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4"/>
          <p:cNvSpPr txBox="1">
            <a:spLocks noGrp="1"/>
          </p:cNvSpPr>
          <p:nvPr>
            <p:ph type="body" idx="1"/>
          </p:nvPr>
        </p:nvSpPr>
        <p:spPr>
          <a:xfrm>
            <a:off x="609600" y="1855248"/>
            <a:ext cx="5386917" cy="659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920"/>
              <a:buNone/>
              <a:defRPr sz="2400" b="1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" name="Google Shape;16;p24"/>
          <p:cNvSpPr txBox="1">
            <a:spLocks noGrp="1"/>
          </p:cNvSpPr>
          <p:nvPr>
            <p:ph type="body" idx="2"/>
          </p:nvPr>
        </p:nvSpPr>
        <p:spPr>
          <a:xfrm>
            <a:off x="6193368" y="1859758"/>
            <a:ext cx="5389033" cy="654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920"/>
              <a:buNone/>
              <a:defRPr sz="2400" b="1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" name="Google Shape;17;p24"/>
          <p:cNvSpPr txBox="1">
            <a:spLocks noGrp="1"/>
          </p:cNvSpPr>
          <p:nvPr>
            <p:ph type="body" idx="3"/>
          </p:nvPr>
        </p:nvSpPr>
        <p:spPr>
          <a:xfrm>
            <a:off x="609600" y="2514600"/>
            <a:ext cx="5386917" cy="3845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marL="457200" lvl="0" indent="-34036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760"/>
              <a:buChar char="⮚"/>
              <a:defRPr sz="2200"/>
            </a:lvl1pPr>
            <a:lvl2pPr marL="914400" lvl="1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2pPr>
            <a:lvl3pPr marL="1371600" lvl="2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3pPr>
            <a:lvl4pPr marL="1828800" lvl="3" indent="-30988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4pPr>
            <a:lvl5pPr marL="2286000" lvl="4" indent="-309879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24"/>
          <p:cNvSpPr txBox="1">
            <a:spLocks noGrp="1"/>
          </p:cNvSpPr>
          <p:nvPr>
            <p:ph type="body" idx="4"/>
          </p:nvPr>
        </p:nvSpPr>
        <p:spPr>
          <a:xfrm>
            <a:off x="6193368" y="2514600"/>
            <a:ext cx="5389033" cy="3845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marL="457200" lvl="0" indent="-34036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760"/>
              <a:buChar char="⮚"/>
              <a:defRPr sz="2200"/>
            </a:lvl1pPr>
            <a:lvl2pPr marL="914400" lvl="1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2pPr>
            <a:lvl3pPr marL="1371600" lvl="2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3pPr>
            <a:lvl4pPr marL="1828800" lvl="3" indent="-30988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4pPr>
            <a:lvl5pPr marL="2286000" lvl="4" indent="-309879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" name="Google Shape;19;p24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4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5"/>
          <p:cNvSpPr txBox="1">
            <a:spLocks noGrp="1"/>
          </p:cNvSpPr>
          <p:nvPr>
            <p:ph type="ctrTitle"/>
          </p:nvPr>
        </p:nvSpPr>
        <p:spPr>
          <a:xfrm>
            <a:off x="711200" y="1371600"/>
            <a:ext cx="10468864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8275" bIns="0" anchor="b" anchorCtr="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E0EA"/>
              </a:buClr>
              <a:buSzPts val="5600"/>
              <a:buFont typeface="Arial"/>
              <a:buNone/>
              <a:defRPr sz="5600" b="1">
                <a:solidFill>
                  <a:srgbClr val="4CE0E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5"/>
          <p:cNvSpPr txBox="1">
            <a:spLocks noGrp="1"/>
          </p:cNvSpPr>
          <p:nvPr>
            <p:ph type="subTitle" idx="1"/>
          </p:nvPr>
        </p:nvSpPr>
        <p:spPr>
          <a:xfrm>
            <a:off x="711200" y="3228536"/>
            <a:ext cx="10472928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18275" bIns="45700" anchor="t" anchorCtr="0">
            <a:noAutofit/>
          </a:bodyPr>
          <a:lstStyle>
            <a:lvl1pPr marR="45720" lvl="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/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/>
            </a:lvl3pPr>
            <a:lvl4pPr lvl="3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/>
            </a:lvl4pPr>
            <a:lvl5pPr lvl="4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/>
            </a:lvl5pPr>
            <a:lvl6pPr lvl="5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6pPr>
            <a:lvl7pPr lvl="6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7pPr>
            <a:lvl8pPr lvl="7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25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5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6"/>
          <p:cNvSpPr txBox="1">
            <a:spLocks noGrp="1"/>
          </p:cNvSpPr>
          <p:nvPr>
            <p:ph type="title"/>
          </p:nvPr>
        </p:nvSpPr>
        <p:spPr>
          <a:xfrm>
            <a:off x="609600" y="70485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6"/>
          <p:cNvSpPr txBox="1">
            <a:spLocks noGrp="1"/>
          </p:cNvSpPr>
          <p:nvPr>
            <p:ph type="body" idx="1"/>
          </p:nvPr>
        </p:nvSpPr>
        <p:spPr>
          <a:xfrm>
            <a:off x="609600" y="1935164"/>
            <a:ext cx="10972800" cy="4389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1pPr>
            <a:lvl2pPr marL="914400" lvl="1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2pPr>
            <a:lvl3pPr marL="1371600" lvl="2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3pPr>
            <a:lvl4pPr marL="1828800" lvl="3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26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26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7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7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8"/>
          <p:cNvSpPr txBox="1">
            <a:spLocks noGrp="1"/>
          </p:cNvSpPr>
          <p:nvPr>
            <p:ph type="title"/>
          </p:nvPr>
        </p:nvSpPr>
        <p:spPr>
          <a:xfrm>
            <a:off x="707136" y="1316736"/>
            <a:ext cx="10363200" cy="1362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E3AC"/>
              </a:buClr>
              <a:buSzPts val="5600"/>
              <a:buFont typeface="Arial"/>
              <a:buNone/>
              <a:defRPr sz="5600" b="1" cap="none">
                <a:solidFill>
                  <a:srgbClr val="4AE3AC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8"/>
          <p:cNvSpPr txBox="1">
            <a:spLocks noGrp="1"/>
          </p:cNvSpPr>
          <p:nvPr>
            <p:ph type="body" idx="1"/>
          </p:nvPr>
        </p:nvSpPr>
        <p:spPr>
          <a:xfrm>
            <a:off x="707136" y="2704664"/>
            <a:ext cx="10363200" cy="1509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22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28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8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9"/>
          <p:cNvSpPr txBox="1"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9"/>
          <p:cNvSpPr txBox="1">
            <a:spLocks noGrp="1"/>
          </p:cNvSpPr>
          <p:nvPr>
            <p:ph type="body" idx="1"/>
          </p:nvPr>
        </p:nvSpPr>
        <p:spPr>
          <a:xfrm>
            <a:off x="609600" y="1920085"/>
            <a:ext cx="5384800" cy="4434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068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080"/>
              <a:buChar char="⮚"/>
              <a:defRPr sz="2600"/>
            </a:lvl1pPr>
            <a:lvl2pPr marL="914400" lvl="1" indent="-35051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Char char="⮚"/>
              <a:defRPr sz="2400"/>
            </a:lvl2pPr>
            <a:lvl3pPr marL="1371600" lvl="2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3pPr>
            <a:lvl4pPr marL="1828800" lvl="3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9"/>
          <p:cNvSpPr txBox="1">
            <a:spLocks noGrp="1"/>
          </p:cNvSpPr>
          <p:nvPr>
            <p:ph type="body" idx="2"/>
          </p:nvPr>
        </p:nvSpPr>
        <p:spPr>
          <a:xfrm>
            <a:off x="6197600" y="1920085"/>
            <a:ext cx="5384800" cy="4434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068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080"/>
              <a:buChar char="⮚"/>
              <a:defRPr sz="2600"/>
            </a:lvl1pPr>
            <a:lvl2pPr marL="914400" lvl="1" indent="-35051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Char char="⮚"/>
              <a:defRPr sz="2400"/>
            </a:lvl2pPr>
            <a:lvl3pPr marL="1371600" lvl="2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3pPr>
            <a:lvl4pPr marL="1828800" lvl="3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29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9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0"/>
          <p:cNvSpPr txBox="1">
            <a:spLocks noGrp="1"/>
          </p:cNvSpPr>
          <p:nvPr>
            <p:ph type="title"/>
          </p:nvPr>
        </p:nvSpPr>
        <p:spPr>
          <a:xfrm>
            <a:off x="609600" y="704088"/>
            <a:ext cx="11074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Arial"/>
              <a:buNone/>
              <a:defRPr sz="5000" b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30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30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1"/>
          <p:cNvSpPr txBox="1">
            <a:spLocks noGrp="1"/>
          </p:cNvSpPr>
          <p:nvPr>
            <p:ph type="title"/>
          </p:nvPr>
        </p:nvSpPr>
        <p:spPr>
          <a:xfrm>
            <a:off x="914400" y="514352"/>
            <a:ext cx="3657600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None/>
              <a:defRPr sz="2600" b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31"/>
          <p:cNvSpPr txBox="1">
            <a:spLocks noGrp="1"/>
          </p:cNvSpPr>
          <p:nvPr>
            <p:ph type="body" idx="1"/>
          </p:nvPr>
        </p:nvSpPr>
        <p:spPr>
          <a:xfrm>
            <a:off x="914400" y="1676400"/>
            <a:ext cx="36576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45700" rIns="1827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None/>
              <a:defRPr sz="9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31"/>
          <p:cNvSpPr txBox="1">
            <a:spLocks noGrp="1"/>
          </p:cNvSpPr>
          <p:nvPr>
            <p:ph type="body" idx="2"/>
          </p:nvPr>
        </p:nvSpPr>
        <p:spPr>
          <a:xfrm>
            <a:off x="4766733" y="1676400"/>
            <a:ext cx="6815667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marL="457200" lvl="0" indent="-37084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Char char="⮚"/>
              <a:defRPr sz="2800"/>
            </a:lvl1pPr>
            <a:lvl2pPr marL="914400" lvl="1" indent="-36068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080"/>
              <a:buChar char="⮚"/>
              <a:defRPr sz="2600"/>
            </a:lvl2pPr>
            <a:lvl3pPr marL="1371600" lvl="2" indent="-35051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Char char="⮚"/>
              <a:defRPr sz="2400"/>
            </a:lvl3pPr>
            <a:lvl4pPr marL="1828800" lvl="3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31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31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2"/>
          <p:cNvSpPr/>
          <p:nvPr/>
        </p:nvSpPr>
        <p:spPr>
          <a:xfrm rot="-10380000" flipH="1">
            <a:off x="4220633" y="1108075"/>
            <a:ext cx="70104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9525" cap="rnd" cmpd="sng">
            <a:solidFill>
              <a:srgbClr val="C0C0C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38500" dir="7500000" sx="98500" sy="100080" kx="100000" algn="tl" rotWithShape="0">
              <a:srgbClr val="000000">
                <a:alpha val="2431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32"/>
          <p:cNvSpPr/>
          <p:nvPr/>
        </p:nvSpPr>
        <p:spPr>
          <a:xfrm rot="-10380000" flipH="1">
            <a:off x="10672234" y="5359401"/>
            <a:ext cx="207433" cy="155575"/>
          </a:xfrm>
          <a:prstGeom prst="rtTriangle">
            <a:avLst/>
          </a:prstGeom>
          <a:solidFill>
            <a:srgbClr val="FFFFFF"/>
          </a:solidFill>
          <a:ln w="12700" cap="flat" cmpd="sng">
            <a:solidFill>
              <a:srgbClr val="FFFFFF"/>
            </a:solidFill>
            <a:prstDash val="solid"/>
            <a:bevel/>
            <a:headEnd type="none" w="sm" len="sm"/>
            <a:tailEnd type="none" w="sm" len="sm"/>
          </a:ln>
          <a:effectLst>
            <a:outerShdw blurRad="19685" dist="6350" dir="12900000" algn="tl" rotWithShape="0">
              <a:srgbClr val="000000">
                <a:alpha val="46274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32"/>
          <p:cNvSpPr/>
          <p:nvPr/>
        </p:nvSpPr>
        <p:spPr>
          <a:xfrm rot="10800000" flipH="1">
            <a:off x="-12700" y="5816600"/>
            <a:ext cx="12217400" cy="1041400"/>
          </a:xfrm>
          <a:custGeom>
            <a:avLst/>
            <a:gdLst/>
            <a:ahLst/>
            <a:cxnLst/>
            <a:rect l="l" t="t" r="r" b="b"/>
            <a:pathLst>
              <a:path w="5772" h="656" extrusionOk="0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rgbClr val="0079AD">
                  <a:alpha val="44313"/>
                </a:srgbClr>
              </a:gs>
              <a:gs pos="100000">
                <a:srgbClr val="00E9F7">
                  <a:alpha val="54509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32"/>
          <p:cNvSpPr/>
          <p:nvPr/>
        </p:nvSpPr>
        <p:spPr>
          <a:xfrm rot="10800000" flipH="1">
            <a:off x="5842000" y="6219826"/>
            <a:ext cx="6350000" cy="638175"/>
          </a:xfrm>
          <a:custGeom>
            <a:avLst/>
            <a:gdLst/>
            <a:ahLst/>
            <a:cxnLst/>
            <a:rect l="l" t="t" r="r" b="b"/>
            <a:pathLst>
              <a:path w="3000" h="595" extrusionOk="0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ABB4">
                  <a:alpha val="29411"/>
                </a:srgbClr>
              </a:gs>
              <a:gs pos="80000">
                <a:srgbClr val="0099E4">
                  <a:alpha val="44313"/>
                </a:srgbClr>
              </a:gs>
              <a:gs pos="100000">
                <a:srgbClr val="0099E4">
                  <a:alpha val="44313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32"/>
          <p:cNvSpPr txBox="1">
            <a:spLocks noGrp="1"/>
          </p:cNvSpPr>
          <p:nvPr>
            <p:ph type="title"/>
          </p:nvPr>
        </p:nvSpPr>
        <p:spPr>
          <a:xfrm>
            <a:off x="812800" y="1176997"/>
            <a:ext cx="2950464" cy="1582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  <a:defRPr sz="2000" b="1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32"/>
          <p:cNvSpPr txBox="1">
            <a:spLocks noGrp="1"/>
          </p:cNvSpPr>
          <p:nvPr>
            <p:ph type="body" idx="1"/>
          </p:nvPr>
        </p:nvSpPr>
        <p:spPr>
          <a:xfrm>
            <a:off x="812800" y="2828785"/>
            <a:ext cx="2946400" cy="2179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0" tIns="45700" rIns="45700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040"/>
              <a:buFont typeface="Arial"/>
              <a:buNone/>
              <a:defRPr sz="1300"/>
            </a:lvl1pPr>
            <a:lvl2pPr marL="914400" lvl="1" indent="-28956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60"/>
              <a:buChar char="⮚"/>
              <a:defRPr sz="1200"/>
            </a:lvl2pPr>
            <a:lvl3pPr marL="1371600" lvl="2" indent="-279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⮚"/>
              <a:defRPr sz="1000"/>
            </a:lvl3pPr>
            <a:lvl4pPr marL="1828800" lvl="3" indent="-274319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Char char="⮚"/>
              <a:defRPr sz="900"/>
            </a:lvl4pPr>
            <a:lvl5pPr marL="2286000" lvl="4" indent="-27432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Char char="⮚"/>
              <a:defRPr sz="9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" name="Google Shape;62;p32"/>
          <p:cNvSpPr>
            <a:spLocks noGrp="1"/>
          </p:cNvSpPr>
          <p:nvPr>
            <p:ph type="pic" idx="2"/>
          </p:nvPr>
        </p:nvSpPr>
        <p:spPr>
          <a:xfrm rot="420000">
            <a:off x="4647724" y="1199517"/>
            <a:ext cx="6156960" cy="3931920"/>
          </a:xfrm>
          <a:prstGeom prst="rect">
            <a:avLst/>
          </a:prstGeom>
          <a:solidFill>
            <a:schemeClr val="lt2"/>
          </a:solidFill>
          <a:ln w="9525" cap="rnd" cmpd="sng">
            <a:solidFill>
              <a:srgbClr val="C0C0C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" name="Google Shape;63;p32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2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3"/>
          <p:cNvSpPr txBox="1">
            <a:spLocks noGrp="1"/>
          </p:cNvSpPr>
          <p:nvPr>
            <p:ph type="title"/>
          </p:nvPr>
        </p:nvSpPr>
        <p:spPr>
          <a:xfrm>
            <a:off x="609600" y="70485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3"/>
          <p:cNvSpPr txBox="1">
            <a:spLocks noGrp="1"/>
          </p:cNvSpPr>
          <p:nvPr>
            <p:ph type="body" idx="1"/>
          </p:nvPr>
        </p:nvSpPr>
        <p:spPr>
          <a:xfrm rot="5400000">
            <a:off x="3901282" y="-1356518"/>
            <a:ext cx="4389437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1pPr>
            <a:lvl2pPr marL="914400" lvl="1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2pPr>
            <a:lvl3pPr marL="1371600" lvl="2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3pPr>
            <a:lvl4pPr marL="1828800" lvl="3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p33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33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4"/>
          <p:cNvSpPr txBox="1">
            <a:spLocks noGrp="1"/>
          </p:cNvSpPr>
          <p:nvPr>
            <p:ph type="title"/>
          </p:nvPr>
        </p:nvSpPr>
        <p:spPr>
          <a:xfrm rot="5400000">
            <a:off x="7604919" y="2148684"/>
            <a:ext cx="5211763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4"/>
          <p:cNvSpPr txBox="1">
            <a:spLocks noGrp="1"/>
          </p:cNvSpPr>
          <p:nvPr>
            <p:ph type="body" idx="1"/>
          </p:nvPr>
        </p:nvSpPr>
        <p:spPr>
          <a:xfrm rot="5400000">
            <a:off x="2016919" y="-492917"/>
            <a:ext cx="5211763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1pPr>
            <a:lvl2pPr marL="914400" lvl="1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2pPr>
            <a:lvl3pPr marL="1371600" lvl="2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3pPr>
            <a:lvl4pPr marL="1828800" lvl="3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3" name="Google Shape;73;p34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4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5"/>
          <p:cNvSpPr txBox="1">
            <a:spLocks noGrp="1"/>
          </p:cNvSpPr>
          <p:nvPr>
            <p:ph type="title"/>
          </p:nvPr>
        </p:nvSpPr>
        <p:spPr>
          <a:xfrm>
            <a:off x="609600" y="70485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5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5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4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>
            <a:spLocks noGrp="1"/>
          </p:cNvSpPr>
          <p:nvPr>
            <p:ph type="title"/>
          </p:nvPr>
        </p:nvSpPr>
        <p:spPr>
          <a:xfrm>
            <a:off x="609600" y="70485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23"/>
          <p:cNvSpPr txBox="1">
            <a:spLocks noGrp="1"/>
          </p:cNvSpPr>
          <p:nvPr>
            <p:ph type="body" idx="1"/>
          </p:nvPr>
        </p:nvSpPr>
        <p:spPr>
          <a:xfrm>
            <a:off x="609600" y="1935164"/>
            <a:ext cx="10972800" cy="4389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0039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440"/>
              <a:buFont typeface="Noto Sans Symbols"/>
              <a:buChar char="⚫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9879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280"/>
              <a:buFont typeface="Noto Sans Symbols"/>
              <a:buChar char="⚫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23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"/>
          <p:cNvSpPr txBox="1">
            <a:spLocks noGrp="1"/>
          </p:cNvSpPr>
          <p:nvPr>
            <p:ph type="title"/>
          </p:nvPr>
        </p:nvSpPr>
        <p:spPr>
          <a:xfrm>
            <a:off x="3813603" y="1391919"/>
            <a:ext cx="8086165" cy="115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Title</a:t>
            </a:r>
            <a:endParaRPr b="1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" name="Google Shape;87;p1"/>
          <p:cNvSpPr txBox="1">
            <a:spLocks noGrp="1"/>
          </p:cNvSpPr>
          <p:nvPr>
            <p:ph type="body" idx="1"/>
          </p:nvPr>
        </p:nvSpPr>
        <p:spPr>
          <a:xfrm>
            <a:off x="1472513" y="2121013"/>
            <a:ext cx="4040100" cy="6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60"/>
              <a:buNone/>
            </a:pPr>
            <a:endParaRPr sz="3200">
              <a:solidFill>
                <a:srgbClr val="B9077E"/>
              </a:solidFill>
            </a:endParaRPr>
          </a:p>
          <a:p>
            <a:pPr marL="0" lvl="0" indent="0" algn="ctr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B9077E"/>
              </a:buClr>
              <a:buSzPts val="2560"/>
              <a:buNone/>
            </a:pPr>
            <a:r>
              <a:rPr lang="en-US" sz="3200">
                <a:solidFill>
                  <a:srgbClr val="B9077E"/>
                </a:solidFill>
              </a:rPr>
              <a:t>    </a:t>
            </a:r>
            <a:endParaRPr sz="3200"/>
          </a:p>
        </p:txBody>
      </p:sp>
      <p:pic>
        <p:nvPicPr>
          <p:cNvPr id="88" name="Google Shape;88;p1" descr="klogo copy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86851" y="1589512"/>
            <a:ext cx="1374775" cy="106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" descr="kec2blackborder png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87859" y="4413708"/>
            <a:ext cx="1479550" cy="18415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/>
          <p:nvPr/>
        </p:nvSpPr>
        <p:spPr>
          <a:xfrm>
            <a:off x="4638555" y="3008306"/>
            <a:ext cx="5353200" cy="21851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1" i="0" u="none" strike="noStrike" cap="none" dirty="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MEMBERS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IN" sz="17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1.Boomadevi S   [23ITR016]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IN" sz="1700" dirty="0"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2.Gowri D   [23ITR048]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IN" sz="17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3.Arunprasad S   [23ITR008]</a:t>
            </a:r>
            <a:endParaRPr sz="17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7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JAIHARI D	                       (19ITR028)    </a:t>
            </a:r>
            <a:endParaRPr sz="1700" b="1" i="0" u="none" strike="noStrike" cap="none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1" i="0" u="none" strike="noStrike" cap="none" dirty="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GUIDE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1" dirty="0">
                <a:solidFill>
                  <a:srgbClr val="0B5394"/>
                </a:solidFill>
                <a:latin typeface="Times New Roman"/>
                <a:cs typeface="Times New Roman"/>
                <a:sym typeface="Times New Roman"/>
              </a:rPr>
              <a:t>                               </a:t>
            </a:r>
            <a:r>
              <a:rPr lang="en-US" sz="1700" b="1" dirty="0" err="1">
                <a:solidFill>
                  <a:srgbClr val="0B5394"/>
                </a:solidFill>
                <a:latin typeface="Times New Roman"/>
                <a:cs typeface="Times New Roman"/>
                <a:sym typeface="Times New Roman"/>
              </a:rPr>
              <a:t>Dr.Devisurya</a:t>
            </a:r>
            <a:r>
              <a:rPr lang="en-US" sz="1700" b="1" dirty="0">
                <a:solidFill>
                  <a:srgbClr val="0B5394"/>
                </a:solidFill>
                <a:latin typeface="Times New Roman"/>
                <a:cs typeface="Times New Roman"/>
                <a:sym typeface="Times New Roman"/>
              </a:rPr>
              <a:t> </a:t>
            </a:r>
            <a:r>
              <a:rPr lang="en-US" sz="1700" b="1" dirty="0" err="1">
                <a:solidFill>
                  <a:srgbClr val="0B5394"/>
                </a:solidFill>
                <a:latin typeface="Times New Roman"/>
                <a:cs typeface="Times New Roman"/>
                <a:sym typeface="Times New Roman"/>
              </a:rPr>
              <a:t>Asst.Prof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E3395DB-455B-8E35-52BA-40D33E0CAE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0163" y="416591"/>
            <a:ext cx="7029297" cy="107298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295E22B-12B0-ADDA-6BA7-8DBD178BCB00}"/>
              </a:ext>
            </a:extLst>
          </p:cNvPr>
          <p:cNvSpPr txBox="1"/>
          <p:nvPr/>
        </p:nvSpPr>
        <p:spPr>
          <a:xfrm>
            <a:off x="1838632" y="1723103"/>
            <a:ext cx="8878529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Challenge:</a:t>
            </a:r>
            <a:r>
              <a:rPr lang="en-US" sz="2000" dirty="0"/>
              <a:t> Developing a functional and interactive chess game</a:t>
            </a:r>
            <a:br>
              <a:rPr lang="en-US" sz="2000" dirty="0"/>
            </a:b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Complexity:</a:t>
            </a:r>
            <a:r>
              <a:rPr lang="en-US" sz="2000" dirty="0"/>
              <a:t> Requires implementing chess rules, move validation, and game state management.</a:t>
            </a:r>
            <a:br>
              <a:rPr lang="en-US" sz="2000" dirty="0"/>
            </a:b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User Requirements:</a:t>
            </a:r>
            <a:r>
              <a:rPr lang="en-US" sz="2000" dirty="0"/>
              <a:t> Must support piece movements, game statistics, and user interaction.</a:t>
            </a:r>
            <a:br>
              <a:rPr lang="en-US" sz="2000" dirty="0"/>
            </a:b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Data Management:</a:t>
            </a:r>
            <a:r>
              <a:rPr lang="en-US" sz="2000" dirty="0"/>
              <a:t> Need to store and manage chess pieces and board state efficiently.</a:t>
            </a:r>
            <a:br>
              <a:rPr lang="en-US" sz="2000" dirty="0"/>
            </a:b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Persistence:</a:t>
            </a:r>
            <a:r>
              <a:rPr lang="en-US" sz="2000" dirty="0"/>
              <a:t> Save and load game states to support resuming games.</a:t>
            </a:r>
            <a:br>
              <a:rPr lang="en-US" sz="2000" dirty="0"/>
            </a:b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708996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/>
          <p:nvPr/>
        </p:nvSpPr>
        <p:spPr>
          <a:xfrm>
            <a:off x="4240209" y="409487"/>
            <a:ext cx="4358640" cy="70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  <a:endParaRPr sz="4800" b="0" i="0" u="none" strike="noStrike" cap="non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" name="Google Shape;96;p2"/>
          <p:cNvSpPr txBox="1"/>
          <p:nvPr/>
        </p:nvSpPr>
        <p:spPr>
          <a:xfrm>
            <a:off x="9525001" y="6381750"/>
            <a:ext cx="68897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400"/>
              <a:buFont typeface="Noto Sans Symbols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8898C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fld>
            <a:endParaRPr sz="1400" b="0" i="0" u="none" strike="noStrike" cap="none">
              <a:solidFill>
                <a:srgbClr val="8898C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" name="Google Shape;97;p2"/>
          <p:cNvSpPr txBox="1"/>
          <p:nvPr/>
        </p:nvSpPr>
        <p:spPr>
          <a:xfrm>
            <a:off x="5791200" y="6381750"/>
            <a:ext cx="20574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C8DA9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p2"/>
          <p:cNvSpPr txBox="1">
            <a:spLocks noGrp="1"/>
          </p:cNvSpPr>
          <p:nvPr>
            <p:ph type="subTitle" idx="1"/>
          </p:nvPr>
        </p:nvSpPr>
        <p:spPr>
          <a:xfrm>
            <a:off x="1817612" y="1450320"/>
            <a:ext cx="9391162" cy="37607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18275" bIns="45700" anchor="t" anchorCtr="0">
            <a:no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dirty="0"/>
              <a:t>Design:</a:t>
            </a:r>
            <a:r>
              <a:rPr lang="en-US" dirty="0"/>
              <a:t> Create a comprehensive chess game with complete functionality.</a:t>
            </a:r>
            <a:br>
              <a:rPr lang="en-US" dirty="0"/>
            </a:br>
            <a:endParaRPr lang="en-US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dirty="0"/>
              <a:t>Data Structures:</a:t>
            </a:r>
            <a:r>
              <a:rPr lang="en-US" dirty="0"/>
              <a:t> Use arrays, linked lists, or other structures to manage the chessboard and pieces.</a:t>
            </a:r>
            <a:br>
              <a:rPr lang="en-US" dirty="0"/>
            </a:br>
            <a:endParaRPr lang="en-US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dirty="0"/>
              <a:t>Validation:</a:t>
            </a:r>
            <a:r>
              <a:rPr lang="en-US" dirty="0"/>
              <a:t> Ensure move validation adheres to chess rules.</a:t>
            </a:r>
            <a:br>
              <a:rPr lang="en-US" dirty="0"/>
            </a:br>
            <a:endParaRPr lang="en-US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dirty="0"/>
              <a:t>User Interface:</a:t>
            </a:r>
            <a:r>
              <a:rPr lang="en-US" dirty="0"/>
              <a:t> Develop a command-line interface (CLI) for game interaction and display.</a:t>
            </a:r>
            <a:br>
              <a:rPr lang="en-US" dirty="0"/>
            </a:br>
            <a:endParaRPr lang="en-US" dirty="0"/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 lang="en-IN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"/>
          <p:cNvSpPr/>
          <p:nvPr/>
        </p:nvSpPr>
        <p:spPr>
          <a:xfrm>
            <a:off x="2805953" y="228601"/>
            <a:ext cx="7829222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 / Hardware Tools used</a:t>
            </a:r>
            <a:endParaRPr sz="4800" b="0" i="0" u="none" strike="noStrike" cap="none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" name="Google Shape;114;p5"/>
          <p:cNvSpPr txBox="1"/>
          <p:nvPr/>
        </p:nvSpPr>
        <p:spPr>
          <a:xfrm>
            <a:off x="9525001" y="6381750"/>
            <a:ext cx="68897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400"/>
              <a:buFont typeface="Noto Sans Symbols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8898C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fld>
            <a:endParaRPr sz="1400" b="0" i="0" u="none" strike="noStrike" cap="none">
              <a:solidFill>
                <a:srgbClr val="8898C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" name="Google Shape;115;p5"/>
          <p:cNvSpPr txBox="1"/>
          <p:nvPr/>
        </p:nvSpPr>
        <p:spPr>
          <a:xfrm>
            <a:off x="5791200" y="6381750"/>
            <a:ext cx="20574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C8DA9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" name="Google Shape;116;p5"/>
          <p:cNvSpPr txBox="1"/>
          <p:nvPr/>
        </p:nvSpPr>
        <p:spPr>
          <a:xfrm>
            <a:off x="1166277" y="1073329"/>
            <a:ext cx="10584300" cy="65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B4C0828-20CF-A02D-0ED0-F883929CF7AB}"/>
              </a:ext>
            </a:extLst>
          </p:cNvPr>
          <p:cNvSpPr txBox="1"/>
          <p:nvPr/>
        </p:nvSpPr>
        <p:spPr>
          <a:xfrm flipH="1">
            <a:off x="2149249" y="1997839"/>
            <a:ext cx="934130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2000" b="1" dirty="0"/>
              <a:t>Programming Language: </a:t>
            </a:r>
            <a:r>
              <a:rPr lang="en-IN" sz="2000" dirty="0"/>
              <a:t>Java</a:t>
            </a:r>
            <a:br>
              <a:rPr lang="en-IN" sz="2000" dirty="0"/>
            </a:br>
            <a:endParaRPr lang="en-IN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/>
              <a:t>IDE/Editor:</a:t>
            </a:r>
            <a:r>
              <a:rPr lang="en-IN" sz="2000" dirty="0"/>
              <a:t> Visual Studio, </a:t>
            </a:r>
            <a:r>
              <a:rPr lang="en-IN" sz="2000" dirty="0" err="1"/>
              <a:t>JavaIDK</a:t>
            </a:r>
            <a:br>
              <a:rPr lang="en-IN" sz="2000" dirty="0"/>
            </a:br>
            <a:endParaRPr lang="en-IN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/>
              <a:t>Libraries:</a:t>
            </a:r>
            <a:r>
              <a:rPr lang="en-IN" sz="2000" dirty="0"/>
              <a:t> Standard libraries for data structures and file handling.</a:t>
            </a:r>
            <a:br>
              <a:rPr lang="en-IN" sz="2000" dirty="0"/>
            </a:br>
            <a:endParaRPr lang="en-IN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/>
              <a:t>Operating System:</a:t>
            </a:r>
            <a:r>
              <a:rPr lang="en-IN" sz="2000" dirty="0"/>
              <a:t> Windows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"/>
          <p:cNvSpPr/>
          <p:nvPr/>
        </p:nvSpPr>
        <p:spPr>
          <a:xfrm>
            <a:off x="2805953" y="228601"/>
            <a:ext cx="7023847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Implementation Details</a:t>
            </a:r>
            <a:endParaRPr sz="4800" b="0" i="0" u="none" strike="noStrike" cap="none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" name="Google Shape;114;p5"/>
          <p:cNvSpPr txBox="1"/>
          <p:nvPr/>
        </p:nvSpPr>
        <p:spPr>
          <a:xfrm>
            <a:off x="9525001" y="6381750"/>
            <a:ext cx="68897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400"/>
              <a:buFont typeface="Noto Sans Symbols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8898C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fld>
            <a:endParaRPr sz="1400" b="0" i="0" u="none" strike="noStrike" cap="none">
              <a:solidFill>
                <a:srgbClr val="8898C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" name="Google Shape;115;p5"/>
          <p:cNvSpPr txBox="1"/>
          <p:nvPr/>
        </p:nvSpPr>
        <p:spPr>
          <a:xfrm>
            <a:off x="5791200" y="6381750"/>
            <a:ext cx="20574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C8DA9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" name="Google Shape;116;p5"/>
          <p:cNvSpPr txBox="1"/>
          <p:nvPr/>
        </p:nvSpPr>
        <p:spPr>
          <a:xfrm>
            <a:off x="1166277" y="1073329"/>
            <a:ext cx="10584300" cy="65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7B17386-C0A2-24D3-5223-94CF0C6EEA0E}"/>
              </a:ext>
            </a:extLst>
          </p:cNvPr>
          <p:cNvSpPr txBox="1"/>
          <p:nvPr/>
        </p:nvSpPr>
        <p:spPr>
          <a:xfrm>
            <a:off x="1973179" y="1723729"/>
            <a:ext cx="8518357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2D Array</a:t>
            </a:r>
            <a:r>
              <a:rPr lang="en-US" sz="2000" dirty="0"/>
              <a:t>: Representing the chessboard.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Class Hierarchy</a:t>
            </a:r>
            <a:r>
              <a:rPr lang="en-US" sz="2000" dirty="0"/>
              <a:t>: For different chess pieces.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Doubly Linked List</a:t>
            </a:r>
            <a:r>
              <a:rPr lang="en-US" sz="2000" dirty="0"/>
              <a:t>: To track game states for undo/redo.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Stack</a:t>
            </a:r>
            <a:r>
              <a:rPr lang="en-US" sz="2000" dirty="0"/>
              <a:t>: To keep track of move history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 err="1"/>
              <a:t>ArrayList</a:t>
            </a:r>
            <a:r>
              <a:rPr lang="en-US" sz="2000" dirty="0"/>
              <a:t>: To dynamically store potential moves.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Enum</a:t>
            </a:r>
            <a:r>
              <a:rPr lang="en-US" sz="2000" dirty="0"/>
              <a:t>: For clarity and type safety when representing piece types</a:t>
            </a:r>
            <a:r>
              <a:rPr lang="en-US" sz="2800" dirty="0"/>
              <a:t>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9996676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E7B8B63-3C2E-2E63-E900-BA79EDF0C544}"/>
              </a:ext>
            </a:extLst>
          </p:cNvPr>
          <p:cNvSpPr txBox="1"/>
          <p:nvPr/>
        </p:nvSpPr>
        <p:spPr>
          <a:xfrm>
            <a:off x="2340076" y="379267"/>
            <a:ext cx="16026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2D Array</a:t>
            </a:r>
            <a:endParaRPr lang="en-IN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E2CB55-4D23-9C60-F72D-52390D1D3A9F}"/>
              </a:ext>
            </a:extLst>
          </p:cNvPr>
          <p:cNvSpPr txBox="1"/>
          <p:nvPr/>
        </p:nvSpPr>
        <p:spPr>
          <a:xfrm>
            <a:off x="1568243" y="979432"/>
            <a:ext cx="3116826" cy="2246769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sz="2000" b="1" dirty="0"/>
              <a:t>Purpose:</a:t>
            </a:r>
            <a:r>
              <a:rPr lang="en-US" sz="2000" dirty="0"/>
              <a:t>Represents the chessboard where each element can hold a piece</a:t>
            </a:r>
          </a:p>
          <a:p>
            <a:r>
              <a:rPr lang="en-US" sz="2000" b="1" dirty="0"/>
              <a:t>Dimensions: </a:t>
            </a:r>
            <a:r>
              <a:rPr lang="en-US" sz="2000" dirty="0"/>
              <a:t>8x8, corresponding to the 8 rows and 8 columns of a chessboard.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3EA1B1-BE70-506A-3B35-BB8D64ECBEA6}"/>
              </a:ext>
            </a:extLst>
          </p:cNvPr>
          <p:cNvSpPr txBox="1"/>
          <p:nvPr/>
        </p:nvSpPr>
        <p:spPr>
          <a:xfrm>
            <a:off x="5800214" y="379267"/>
            <a:ext cx="7579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List</a:t>
            </a:r>
            <a:endParaRPr lang="en-IN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A8FF09-E333-EF3B-34A7-BC96EFB2EA00}"/>
              </a:ext>
            </a:extLst>
          </p:cNvPr>
          <p:cNvSpPr txBox="1"/>
          <p:nvPr/>
        </p:nvSpPr>
        <p:spPr>
          <a:xfrm>
            <a:off x="5388081" y="979431"/>
            <a:ext cx="3116826" cy="4216539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b="1" dirty="0"/>
              <a:t>Purpose:</a:t>
            </a:r>
            <a:r>
              <a:rPr lang="en-US" sz="2000" dirty="0"/>
              <a:t> Stores a list of valid moves for a player (either red or black). </a:t>
            </a:r>
            <a:r>
              <a:rPr lang="en-IN" sz="2000" dirty="0"/>
              <a:t>Each Move </a:t>
            </a:r>
            <a:r>
              <a:rPr lang="en-US" sz="2000" dirty="0"/>
              <a:t>object contains information about a starting position and an ending position on the board.</a:t>
            </a:r>
          </a:p>
          <a:p>
            <a:r>
              <a:rPr lang="en-IN" sz="2000" b="1" dirty="0"/>
              <a:t>Usage: </a:t>
            </a:r>
            <a:r>
              <a:rPr lang="en-IN" sz="2000" dirty="0"/>
              <a:t>Used in the </a:t>
            </a:r>
            <a:r>
              <a:rPr lang="en-IN" sz="2000" dirty="0" err="1">
                <a:highlight>
                  <a:srgbClr val="FFFF00"/>
                </a:highlight>
              </a:rPr>
              <a:t>getAllValidMoves</a:t>
            </a:r>
            <a:r>
              <a:rPr lang="en-IN" sz="2000" dirty="0"/>
              <a:t> </a:t>
            </a:r>
            <a:r>
              <a:rPr lang="en-US" sz="2000" dirty="0"/>
              <a:t>method to keep track of all potential moves a player can make.</a:t>
            </a:r>
            <a:endParaRPr lang="en-IN" sz="2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9BCB22B-B3A9-1C96-6C0C-3F48A21C78E1}"/>
              </a:ext>
            </a:extLst>
          </p:cNvPr>
          <p:cNvSpPr txBox="1"/>
          <p:nvPr/>
        </p:nvSpPr>
        <p:spPr>
          <a:xfrm>
            <a:off x="8888361" y="514626"/>
            <a:ext cx="280219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Graphics Object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B7EA948-6306-1B91-4E0C-CFE3F367EBAC}"/>
              </a:ext>
            </a:extLst>
          </p:cNvPr>
          <p:cNvSpPr txBox="1"/>
          <p:nvPr/>
        </p:nvSpPr>
        <p:spPr>
          <a:xfrm>
            <a:off x="8996517" y="1140542"/>
            <a:ext cx="2497394" cy="440120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b="1" dirty="0"/>
              <a:t>Purpose:</a:t>
            </a:r>
            <a:r>
              <a:rPr lang="en-US" sz="2000" dirty="0"/>
              <a:t> Used for drawing the chessboard and pieces on the screen in the </a:t>
            </a:r>
            <a:r>
              <a:rPr lang="en-US" sz="2000" dirty="0">
                <a:highlight>
                  <a:srgbClr val="FFFF00"/>
                </a:highlight>
              </a:rPr>
              <a:t>paint</a:t>
            </a:r>
            <a:r>
              <a:rPr lang="en-US" sz="2000" dirty="0"/>
              <a:t> method and during user interactions. This is not a data structure in the traditional sense but is a Java AWT class that manages drawing operations on components.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6224631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BBF288F-DC3C-76D7-BDD3-68D73D9390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0795" y="1032387"/>
            <a:ext cx="4419992" cy="422854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3D9760D-F263-BEFF-469E-B97047F79E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8702" y="1032386"/>
            <a:ext cx="4293734" cy="4159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6522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2"/>
          <p:cNvSpPr txBox="1">
            <a:spLocks noGrp="1"/>
          </p:cNvSpPr>
          <p:nvPr>
            <p:ph type="title"/>
          </p:nvPr>
        </p:nvSpPr>
        <p:spPr>
          <a:xfrm>
            <a:off x="4707657" y="3137396"/>
            <a:ext cx="2776686" cy="583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low">
  <a:themeElements>
    <a:clrScheme name="Flow">
      <a:dk1>
        <a:srgbClr val="000000"/>
      </a:dk1>
      <a:lt1>
        <a:srgbClr val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330</TotalTime>
  <Words>412</Words>
  <Application>Microsoft Office PowerPoint</Application>
  <PresentationFormat>Widescreen</PresentationFormat>
  <Paragraphs>53</Paragraphs>
  <Slides>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Noto Sans Symbols</vt:lpstr>
      <vt:lpstr>Times New Roman</vt:lpstr>
      <vt:lpstr>Flow</vt:lpstr>
      <vt:lpstr>Project Title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kavinkumar M</dc:creator>
  <cp:lastModifiedBy>Boomadevi S</cp:lastModifiedBy>
  <cp:revision>7</cp:revision>
  <dcterms:created xsi:type="dcterms:W3CDTF">2021-04-21T15:36:00Z</dcterms:created>
  <dcterms:modified xsi:type="dcterms:W3CDTF">2024-10-24T10:26:48Z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37A3327C92E44D8A8E230645E01DA062</vt:lpwstr>
  </property>
  <property fmtid="{D5CDD505-2E9C-101B-9397-08002B2CF9AE}" pid="3" name="KSOProductBuildVer">
    <vt:lpwstr>1033-11.2.0.11537</vt:lpwstr>
  </property>
</Properties>
</file>